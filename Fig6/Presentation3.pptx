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4DBB-22C8-0133-BB29-EDBE01500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12559-8286-4ACF-D560-AE640D433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AA417-D22E-77AC-9456-51174CA21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D797-C7AE-4DDC-A500-21A5694B2ACA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02982-1E00-988F-0E20-6189797D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2D2DD-F6D0-CD2F-0CC2-3645D650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DE89-5E59-4720-9777-BBDD2AE7659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8321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4EDF-20A3-E46C-C9A6-0D0BD22FB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B5095-3E36-F1F1-5803-10F6853C3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340E9-1C28-EBBE-341C-4FC9F187E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D797-C7AE-4DDC-A500-21A5694B2ACA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66053-D8DA-7D6D-A4E2-63D571C8A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EA3F7-971A-E3D6-CFDD-6C4527AB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DE89-5E59-4720-9777-BBDD2AE7659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568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7B68-666E-5577-4527-CC04EA907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67544-6F2B-A243-84C0-0C62A90FF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A56F6-5045-C26D-259D-E7A360C98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D797-C7AE-4DDC-A500-21A5694B2ACA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07CA1-7FC7-BBC7-9778-B2D126BE1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DAF57-5C9B-E8B7-B238-21F8F0B4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DE89-5E59-4720-9777-BBDD2AE7659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69979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BB86-33C9-5C3D-EEDD-FEEE0D30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24692-DEAE-746F-97FD-1E0C13B8B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FCC6F-177F-DDD2-9E6F-D8DAA2B34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A0C3D-37C4-413F-F3DB-B521A97F7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D797-C7AE-4DDC-A500-21A5694B2ACA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D7855-A1E2-1FE3-FDAB-84F91CCD1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D8443-9314-B1C9-A39A-EC7D2AFE7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DE89-5E59-4720-9777-BBDD2AE7659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6475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BC098-07AF-C33E-012E-2DE30775D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87FE0-9C09-264C-0559-F6D419A57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5A3B4-1026-44A4-5D7F-C7CCA004A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6A042-FCDE-9DB5-58B2-35ACF663E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ED5F0C-4492-4294-45EC-8A1B4C372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D05AE7-2435-958F-25FE-CAA4EA7E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D797-C7AE-4DDC-A500-21A5694B2ACA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AFFBC8-448E-CE4C-6BF1-CB9FB70D4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618D75-E034-FA74-FBF5-2A8612E4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DE89-5E59-4720-9777-BBDD2AE7659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610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1D66-D7D1-BAAC-B383-A15AA67B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554D97-4CDE-061D-71AE-8D066BF2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D797-C7AE-4DDC-A500-21A5694B2ACA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A845D-2AEE-2511-8A6D-3DB5C1B0B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27E4A-424C-CCF6-A079-B5DC3D7D9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DE89-5E59-4720-9777-BBDD2AE7659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88914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6E7B42-2BC7-326A-5865-9E76320A8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D797-C7AE-4DDC-A500-21A5694B2ACA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9AA7F7-AD26-7DA2-9B46-9320A19C1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5E197-0511-1F2A-59E1-56A86563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DE89-5E59-4720-9777-BBDD2AE7659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2647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7A7B-2660-91E2-D6FE-BB882BF3E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DAE3B-93EC-9550-DD7D-84D247EEB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0DEA9-C360-B5F0-43A0-9B79FE545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20A7F-44A3-A28B-51FE-D854EC22E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D797-C7AE-4DDC-A500-21A5694B2ACA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F6032-FF1A-62FF-2D13-2C0AA2DD4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F71A7-B32F-0F64-2218-715EAE260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DE89-5E59-4720-9777-BBDD2AE7659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07110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57434-0126-14DE-A39A-2316AECEC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148FC2-A93C-3355-6241-EED3B6518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32C88-AA5C-4C55-548A-D92739353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4849E-0523-1C93-9B29-1F9E42A2A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D797-C7AE-4DDC-A500-21A5694B2ACA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A5BBF-6B84-7EDB-2328-D1B1DF14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70EB4-6B91-2F04-81C8-321EE913F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DE89-5E59-4720-9777-BBDD2AE7659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2932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BB9BC-289C-BF14-1832-94CD1BEDE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664CFE-9276-4F1E-F70D-1AE1E1D52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833CE-E13D-45E7-75B6-5B7BAC4A7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D797-C7AE-4DDC-A500-21A5694B2ACA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2595-60A5-A68D-B3D5-814227AE0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9735D-AAEA-563A-6EF6-CB94C0EA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DE89-5E59-4720-9777-BBDD2AE7659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4819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924850-7049-BB32-BBA9-86159D6A6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80D68-B4E9-36C4-AA8E-FB8248DBF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C0C41-7367-EBCF-8CC7-F8C0C05F7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D797-C7AE-4DDC-A500-21A5694B2ACA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50D6E-4317-E7A4-5ACE-54E64F129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12B40-6AD3-2AB1-3CE3-4EEA5521A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DE89-5E59-4720-9777-BBDD2AE7659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205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E4F94-39AC-CE6C-B3A1-90B34A967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5F69F-DF2E-02E7-6725-5C311A53C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C124F-0D00-9B9C-443D-E9290846F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AD797-C7AE-4DDC-A500-21A5694B2ACA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D7741-C2F6-B27D-4F21-C89AE6B09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B8BD8-F39B-E9BE-3732-F93880BD1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9DE89-5E59-4720-9777-BBDD2AE7659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0177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EE4D1-5230-9FDC-A27F-9F29C89A887E}"/>
              </a:ext>
            </a:extLst>
          </p:cNvPr>
          <p:cNvGrpSpPr/>
          <p:nvPr/>
        </p:nvGrpSpPr>
        <p:grpSpPr>
          <a:xfrm>
            <a:off x="2225040" y="365760"/>
            <a:ext cx="7538720" cy="5984240"/>
            <a:chOff x="2326640" y="457200"/>
            <a:chExt cx="7538720" cy="598424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9A2F45-4305-17FE-0082-FFEA8A64C79A}"/>
                </a:ext>
              </a:extLst>
            </p:cNvPr>
            <p:cNvSpPr/>
            <p:nvPr/>
          </p:nvSpPr>
          <p:spPr>
            <a:xfrm>
              <a:off x="2326640" y="457200"/>
              <a:ext cx="7538720" cy="5984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84B17E3-677A-D7D1-64D4-F379AFE83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2451" y="1160699"/>
              <a:ext cx="6390297" cy="464836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793E6D3-92E0-92AC-90B6-F5F0A81A484C}"/>
                </a:ext>
              </a:extLst>
            </p:cNvPr>
            <p:cNvSpPr txBox="1"/>
            <p:nvPr/>
          </p:nvSpPr>
          <p:spPr>
            <a:xfrm>
              <a:off x="3630037" y="729514"/>
              <a:ext cx="5669280" cy="46166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Surface variance v/s distance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910DF85-A234-D839-A26A-4542EF6D8F3F}"/>
                    </a:ext>
                  </a:extLst>
                </p:cNvPr>
                <p:cNvSpPr txBox="1"/>
                <p:nvPr/>
              </p:nvSpPr>
              <p:spPr>
                <a:xfrm rot="16200000">
                  <a:off x="2104700" y="3195320"/>
                  <a:ext cx="123952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l-PL" sz="2000" b="1" i="1" smtClean="0">
                            <a:latin typeface="Cambria Math" panose="02040503050406030204" pitchFamily="18" charset="0"/>
                          </a:rPr>
                          <m:t>𝚫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𝐝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  (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𝐧𝐦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l-PL" sz="2000" b="1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910DF85-A234-D839-A26A-4542EF6D8F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104700" y="3195320"/>
                  <a:ext cx="1239520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980" r="-15152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D73414C-ACEB-F2CF-3CDC-92250CDE7A66}"/>
                </a:ext>
              </a:extLst>
            </p:cNvPr>
            <p:cNvSpPr txBox="1"/>
            <p:nvPr/>
          </p:nvSpPr>
          <p:spPr>
            <a:xfrm>
              <a:off x="5903487" y="5809061"/>
              <a:ext cx="14833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d</a:t>
              </a:r>
              <a:r>
                <a:rPr lang="en-US" sz="2400" b="1" baseline="-25000" dirty="0"/>
                <a:t>s</a:t>
              </a:r>
              <a:r>
                <a:rPr lang="en-US" sz="2400" b="1" dirty="0"/>
                <a:t> </a:t>
              </a:r>
              <a:r>
                <a: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(nm)</a:t>
              </a:r>
              <a:endParaRPr lang="pl-PL" sz="2000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871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8986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5602</TotalTime>
  <Words>15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Subhojit Pal</dc:creator>
  <cp:lastModifiedBy>Subhojit Pal</cp:lastModifiedBy>
  <cp:revision>3</cp:revision>
  <dcterms:created xsi:type="dcterms:W3CDTF">2024-01-17T21:28:16Z</dcterms:created>
  <dcterms:modified xsi:type="dcterms:W3CDTF">2024-01-21T18:50:29Z</dcterms:modified>
</cp:coreProperties>
</file>