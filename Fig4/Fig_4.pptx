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DC927-F498-02D9-3AD5-360D5705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7A869-1E4E-54B7-9DBC-61CF2379D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6C722-A626-CE24-A10B-2AA7B249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20170-5E35-25E1-B377-BC514F79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2AA77-58C2-E67F-4A06-73E9E104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40744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1E40-C5BC-FFAF-EFD7-34CA67A1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169C4-9619-0A82-EB3A-C35DB7270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1C0A3-BFC0-9F32-6FB0-ACE5DA59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C08B8-4FE6-B597-4C61-38F7046A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A1BE0-39D5-A6C4-3481-4AC3E89F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7239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EEED-14D7-2177-125C-B05B04E70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374D4-CDA9-275D-1C66-DF0EBBE19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617F6-F620-544A-0400-EFE7F97D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15C92-5D5E-0496-3B9E-5A28FC3E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94F6D-EECE-58D0-4379-BCC64BC9C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54389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C7AB-9AF4-3C07-ABBF-862DD40B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17118-5D49-296E-13AE-CB927EA7D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1C700-4C5B-3FBA-277F-44E7303F2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2E8B6-45E2-E425-022A-2CF2CE90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76C3B-B77A-5D8E-059F-77FEE950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58105-3F7B-B046-D150-D143BAD8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00388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0745-4B4D-36AE-6AC9-E5C983D3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242FA-B136-1DBF-09AC-34B757DC1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7983E-9510-6AC5-1402-D290F1026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9FC9-5E9E-705A-5184-1611699E2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51B54-0F8D-CABF-1FB7-7FA1EAFD5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CD626-2416-B451-3659-60406968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EA331-7A4A-7602-3872-5D5BF6F9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17387-0440-2962-8EC3-41C19FB3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75770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EF0C7-66AE-DC21-A2E3-41BC8AA4C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F937D-D204-1194-4905-3E5425D2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345E8-D7FE-65E6-1A35-F68D3407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CC03E-76B7-67F9-ABC6-68D1DDF8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6336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9C4E6-46D7-CA00-477B-2EA8705F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C1441-DB65-56DD-D1D3-83003A61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B0251-FEB6-8BD8-1D45-8AFD723C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956451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6CD5-CE48-57A4-AC5A-F040E5BF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D91EE-0A3A-932B-16FC-6F2C3FD69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EF576-4F52-8F90-3A94-B77627CD6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57ACE-0BF0-913D-B94E-94C60DB4A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38F6C-3E88-B9BC-DE52-F6681D191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FA904-074E-9934-8354-BC3B7473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4484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2181-F23A-7681-9818-5B19B5B3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32EB7-643C-4A0F-F820-CD75788E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8AB01-1CB2-44A8-2853-E2E4F6A07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E0941-7BDA-1D1B-CE7B-6A1E6C636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DD3B0-DC4A-5603-0C09-CF72C05C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B348D-21C7-C43F-378E-2C16B41F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75446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81D4A-9EB9-EB48-E158-78034F45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08410-8156-6649-C802-8701C9788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79FE6-A9D8-111C-5048-0A2CC63E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7BDF9-7E84-6AEA-11D9-57CC453C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CE5F-2AD1-004C-46B2-9C9B5EAB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46228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D2F75-66F7-2F53-27AA-C98DFBD71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CE2D5-6EAB-50D4-25D0-33F3B04F4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4BA2D-A01B-BCC9-7F58-2A7D1D44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24E31-1F86-9730-845D-B5EEC1AA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425EB-7F49-62D5-9370-A8CDDA35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46732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68614-A7A5-7BAC-BCC2-30D01E28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B54A3-68D5-C8B7-689A-AE5B81D08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082E7-3891-D7E4-139B-A8EB5C549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8C569-B0B1-4F09-A274-94B1CBDD511D}" type="datetimeFigureOut">
              <a:rPr lang="bn-BD" smtClean="0"/>
              <a:t>7/7/1445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48937-EECC-465D-074B-4CFD4814D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76B4C-F5C5-8B2A-038B-5356A8D63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4B74C-0FEC-4888-886A-E2663CAF6503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0633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6D3C37-5952-BC8C-7A6F-36F1B41D7E30}"/>
              </a:ext>
            </a:extLst>
          </p:cNvPr>
          <p:cNvGrpSpPr/>
          <p:nvPr/>
        </p:nvGrpSpPr>
        <p:grpSpPr>
          <a:xfrm>
            <a:off x="2806142" y="453313"/>
            <a:ext cx="6567932" cy="5736219"/>
            <a:chOff x="2498351" y="462278"/>
            <a:chExt cx="6567932" cy="573621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58B76C-6E09-8337-D048-C20CDC25B16E}"/>
                </a:ext>
              </a:extLst>
            </p:cNvPr>
            <p:cNvGrpSpPr/>
            <p:nvPr/>
          </p:nvGrpSpPr>
          <p:grpSpPr>
            <a:xfrm>
              <a:off x="2498351" y="1293275"/>
              <a:ext cx="6567932" cy="4905222"/>
              <a:chOff x="2613782" y="1154840"/>
              <a:chExt cx="6567932" cy="490522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7F5FD49-E1B1-FB2E-E0A9-55C287B563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0286" y="1154840"/>
                <a:ext cx="6171428" cy="4596825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64A110-19F6-2E7C-0EED-517A37686610}"/>
                  </a:ext>
                </a:extLst>
              </p:cNvPr>
              <p:cNvSpPr txBox="1"/>
              <p:nvPr/>
            </p:nvSpPr>
            <p:spPr>
              <a:xfrm rot="16200000">
                <a:off x="1977629" y="2972011"/>
                <a:ext cx="16724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/>
                  <a:t>Distance (nm)</a:t>
                </a:r>
                <a:endParaRPr lang="bn-BD" sz="2000" b="1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AD22D8-B2F9-A7BB-8672-80D1ED00DEE2}"/>
                  </a:ext>
                </a:extLst>
              </p:cNvPr>
              <p:cNvSpPr txBox="1"/>
              <p:nvPr/>
            </p:nvSpPr>
            <p:spPr>
              <a:xfrm>
                <a:off x="5309648" y="5659952"/>
                <a:ext cx="224122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/>
                  <a:t>f(d)/[2</a:t>
                </a:r>
                <a:r>
                  <a:rPr lang="en-IN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l-GR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π</a:t>
                </a:r>
                <a:r>
                  <a:rPr lang="en-IN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b="1" dirty="0">
                    <a:ea typeface="Cambria Math" panose="02040503050406030204" pitchFamily="18" charset="0"/>
                  </a:rPr>
                  <a:t>R] (J/m</a:t>
                </a:r>
                <a:r>
                  <a:rPr lang="en-IN" sz="2000" b="1" baseline="30000" dirty="0">
                    <a:ea typeface="Cambria Math" panose="02040503050406030204" pitchFamily="18" charset="0"/>
                  </a:rPr>
                  <a:t>2</a:t>
                </a:r>
                <a:r>
                  <a:rPr lang="en-IN" sz="2000" b="1" dirty="0">
                    <a:ea typeface="Cambria Math" panose="02040503050406030204" pitchFamily="18" charset="0"/>
                  </a:rPr>
                  <a:t>)</a:t>
                </a:r>
                <a:endParaRPr lang="bn-BD" sz="2000" b="1" dirty="0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058C9D2-669E-1C94-D454-B4A1FDB4B5A3}"/>
                  </a:ext>
                </a:extLst>
              </p:cNvPr>
              <p:cNvGrpSpPr/>
              <p:nvPr/>
            </p:nvGrpSpPr>
            <p:grpSpPr>
              <a:xfrm>
                <a:off x="5275868" y="1442302"/>
                <a:ext cx="1888504" cy="821813"/>
                <a:chOff x="5275868" y="1442302"/>
                <a:chExt cx="1888504" cy="821813"/>
              </a:xfrm>
            </p:grpSpPr>
            <p:sp>
              <p:nvSpPr>
                <p:cNvPr id="11" name="Left Brace 10">
                  <a:extLst>
                    <a:ext uri="{FF2B5EF4-FFF2-40B4-BE49-F238E27FC236}">
                      <a16:creationId xmlns:a16="http://schemas.microsoft.com/office/drawing/2014/main" id="{2870D47E-D132-A36E-B6F8-7D4E2C16AA09}"/>
                    </a:ext>
                  </a:extLst>
                </p:cNvPr>
                <p:cNvSpPr/>
                <p:nvPr/>
              </p:nvSpPr>
              <p:spPr>
                <a:xfrm>
                  <a:off x="6994689" y="1442302"/>
                  <a:ext cx="169683" cy="400110"/>
                </a:xfrm>
                <a:prstGeom prst="leftBrac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bn-BD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982F01D-2EA4-6B93-E605-924F2A7E5574}"/>
                    </a:ext>
                  </a:extLst>
                </p:cNvPr>
                <p:cNvSpPr txBox="1"/>
                <p:nvPr/>
              </p:nvSpPr>
              <p:spPr>
                <a:xfrm>
                  <a:off x="5275868" y="1449231"/>
                  <a:ext cx="16402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b="1" dirty="0"/>
                    <a:t>Gapped metals</a:t>
                  </a:r>
                  <a:endParaRPr lang="bn-BD" b="1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9B4D42F-C745-CBB3-C1B1-67DF533CE231}"/>
                    </a:ext>
                  </a:extLst>
                </p:cNvPr>
                <p:cNvSpPr txBox="1"/>
                <p:nvPr/>
              </p:nvSpPr>
              <p:spPr>
                <a:xfrm>
                  <a:off x="5769206" y="1894783"/>
                  <a:ext cx="12317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b="1" dirty="0"/>
                    <a:t>Insulator</a:t>
                  </a:r>
                  <a:endParaRPr lang="bn-BD" b="1" dirty="0"/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4AB56E0-AADF-E579-C3C6-7B23C784FC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50143" y="2088876"/>
                  <a:ext cx="238814" cy="133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DC89FC-B742-8690-1CAF-D6CD0ECB58FA}"/>
                </a:ext>
              </a:extLst>
            </p:cNvPr>
            <p:cNvSpPr txBox="1"/>
            <p:nvPr/>
          </p:nvSpPr>
          <p:spPr>
            <a:xfrm>
              <a:off x="3306185" y="462278"/>
              <a:ext cx="5669280" cy="8309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Distance v/s Casimir-</a:t>
              </a:r>
              <a:r>
                <a:rPr lang="en-US" sz="2400" b="1" dirty="0" err="1"/>
                <a:t>Lifshitz</a:t>
              </a:r>
              <a:r>
                <a:rPr lang="en-US" sz="2400" b="1" dirty="0"/>
                <a:t> force of</a:t>
              </a:r>
            </a:p>
            <a:p>
              <a:pPr algn="ctr"/>
              <a:r>
                <a:rPr lang="en-US" sz="2400" b="1" dirty="0"/>
                <a:t> Ca</a:t>
              </a:r>
              <a:r>
                <a:rPr lang="en-US" sz="2400" b="1" baseline="-25000" dirty="0"/>
                <a:t>6-x</a:t>
              </a:r>
              <a:r>
                <a:rPr lang="en-US" sz="2400" b="1" dirty="0"/>
                <a:t>Al</a:t>
              </a:r>
              <a:r>
                <a:rPr lang="en-US" sz="2400" b="1" baseline="-25000" dirty="0"/>
                <a:t>7</a:t>
              </a:r>
              <a:r>
                <a:rPr lang="en-US" sz="2400" b="1" dirty="0"/>
                <a:t>O</a:t>
              </a:r>
              <a:r>
                <a:rPr lang="en-US" sz="2400" b="1" baseline="-25000" dirty="0"/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382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5939</TotalTime>
  <Words>29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2</cp:revision>
  <dcterms:created xsi:type="dcterms:W3CDTF">2023-12-22T09:46:01Z</dcterms:created>
  <dcterms:modified xsi:type="dcterms:W3CDTF">2024-01-21T18:53:38Z</dcterms:modified>
</cp:coreProperties>
</file>