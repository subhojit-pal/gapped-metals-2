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9E24E-B862-23D2-4C31-6CDBCD9A6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209B4-FBA2-011D-FF7B-FBBDA310B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37C19-2E55-1879-7BC9-008F73EC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94F7D-CB1D-64F5-1F6D-B60FD031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54E8-6F24-0D39-6C54-73E12DBA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3616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B278-C71B-F64F-5F61-7571ED79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CD21-BAC2-4ECE-109D-DD483A75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DB4D-99CE-681A-BF5B-65087172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6B343-77AF-A85F-0C68-926E7413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CF4AD-8F2F-29EE-0D4C-47545522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588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BEB3-B1C6-9662-B9FF-FC63DCF2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5F4AF-90A8-BCE2-72A2-644CB31F9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A1E0A-30F0-D7C2-A72D-E673CED6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86548-289E-BBB5-17E3-6B92B92F7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3096-36EB-7C65-43DD-C4BCBF88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450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B9BB-A2FD-5B89-FB79-BAA630EF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DD162-C94C-2D70-171E-F1BF7C84E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DA1B4-A399-F91A-DAF6-B5DFF356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43FBE-D563-2FC8-E494-B407C389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08209-4B85-57B9-8943-7185E80F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D7EB4-E618-2CBF-048C-526DCD30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02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BF9E-9872-73C1-E8B3-FE8092F30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F53DB-2797-31EC-CCC8-67D7530B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D3F26-D106-69B9-EE5D-3C7B83948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7A720-7DC8-DF34-8453-FC2E9B02B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1F2E9-A67D-A022-5C68-A65C15C02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0EBC15-4A4E-DBD7-5DF7-DEB67084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D5482-D7E1-1140-74B5-4E2E8D75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268AAC-7797-D40D-ECD6-14CE56D9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202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3BD7-A498-9FBE-0981-E81A3513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49F75-AE5A-CF15-A96F-EDFCA63C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D2A9F-82AB-5FFD-6352-9EB7D8D3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67721-D671-FF12-CF7B-E7E64CFE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402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7D510-73F4-77F6-057F-178BF833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44D4C-F587-DA89-1BA4-4E657A3AC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4A725-3442-328A-6913-1D30ED39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863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1921-9584-6D99-B8E2-AE46FC74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1085-F41F-2E01-AB30-6365C6CFA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AC7C6-3C8F-3FBE-04DA-2CE80E0AB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EE9F6-3526-3DE1-62AE-282F2ABF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AEB0E-8964-1E2E-6628-1EF026BF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A278-7736-9A87-9858-F5A996C6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378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54C7-5FC5-0370-FE1E-1DD05DEC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6ACEE-6B1D-A0CE-5BE7-D1B101813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BFB57-1E08-2A5B-FA92-D6ECB5CCC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C6F48-1CA6-D785-794F-A49571AA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7F1A1-BA16-9F81-1E57-DB46D7B1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C58BE-936D-0DFD-3E03-49E04EAB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33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D9AD-0FDD-29C7-6716-83A16E39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1415D-269A-3B26-E344-6877E5C71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9C70A-EA2D-BD33-88E4-9A296FFA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EFD0C-A006-9C9B-5073-8D996E39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71C7A-1D99-E3CF-5EF6-B9EDBEB6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916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09280-4B3D-7093-D426-EFB4C7947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9EEDD-D977-11EA-FA1C-D3E6F8B69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2A55-0DA6-5C14-54C4-D12CDD6E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899D-5BB3-9C84-8907-D7331E1C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598E9-C10D-17BC-BF3F-06E25F47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292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45E9D-3672-5A6E-75E5-684BF72A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C7E3C-7A07-B89D-916C-1672452CF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FDB6-3DF7-C235-6537-7BB485A89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001C8-EBE6-4265-AD75-1131939BC5FF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C4481-D2DD-30EE-7B33-D9DB751F2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A7E-6E2A-BA8B-7FC6-2581162C9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6FE00-FE98-46B5-9688-FD41E8105D8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10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D8CFA41-C18D-1C01-B0D5-AE88B026E92B}"/>
              </a:ext>
            </a:extLst>
          </p:cNvPr>
          <p:cNvGrpSpPr/>
          <p:nvPr/>
        </p:nvGrpSpPr>
        <p:grpSpPr>
          <a:xfrm>
            <a:off x="2468880" y="314960"/>
            <a:ext cx="7569200" cy="6299200"/>
            <a:chOff x="2468880" y="314960"/>
            <a:chExt cx="7569200" cy="6299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5369AF-CD3C-E9BD-F50E-9B45271A47B6}"/>
                </a:ext>
              </a:extLst>
            </p:cNvPr>
            <p:cNvSpPr/>
            <p:nvPr/>
          </p:nvSpPr>
          <p:spPr>
            <a:xfrm>
              <a:off x="2468880" y="314960"/>
              <a:ext cx="7569200" cy="629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55B8B9-CEFD-7430-B195-3543986D8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1285" y="1290547"/>
              <a:ext cx="6391669" cy="466192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8F1B1C-791A-0054-5B33-142418B1CC58}"/>
                </a:ext>
              </a:extLst>
            </p:cNvPr>
            <p:cNvSpPr txBox="1"/>
            <p:nvPr/>
          </p:nvSpPr>
          <p:spPr>
            <a:xfrm rot="16200000">
              <a:off x="1778000" y="3284333"/>
              <a:ext cx="20116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Distance (nm)</a:t>
              </a:r>
              <a:endParaRPr lang="pl-PL" sz="20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0FE379D-43F8-DA46-7EB1-8D6B8D1F7439}"/>
                </a:ext>
              </a:extLst>
            </p:cNvPr>
            <p:cNvSpPr txBox="1"/>
            <p:nvPr/>
          </p:nvSpPr>
          <p:spPr>
            <a:xfrm>
              <a:off x="5414127" y="5993112"/>
              <a:ext cx="210943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f(d)/[2</a:t>
              </a:r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l-GR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π</a:t>
              </a:r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n-IN" sz="2000" b="1" dirty="0">
                  <a:ea typeface="Cambria Math" panose="02040503050406030204" pitchFamily="18" charset="0"/>
                </a:rPr>
                <a:t>R] (J/m</a:t>
              </a:r>
              <a:r>
                <a:rPr lang="en-IN" sz="2000" b="1" baseline="30000" dirty="0">
                  <a:ea typeface="Cambria Math" panose="02040503050406030204" pitchFamily="18" charset="0"/>
                </a:rPr>
                <a:t>2</a:t>
              </a:r>
              <a:r>
                <a:rPr lang="en-IN" sz="2000" b="1" dirty="0">
                  <a:ea typeface="Cambria Math" panose="02040503050406030204" pitchFamily="18" charset="0"/>
                </a:rPr>
                <a:t>)</a:t>
              </a:r>
              <a:endParaRPr lang="bn-BD" sz="20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C3458E-7EFC-A093-91CE-D2C791C8D9BD}"/>
                </a:ext>
              </a:extLst>
            </p:cNvPr>
            <p:cNvSpPr txBox="1"/>
            <p:nvPr/>
          </p:nvSpPr>
          <p:spPr>
            <a:xfrm>
              <a:off x="3603722" y="505418"/>
              <a:ext cx="5669280" cy="8309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Fitting curve for distance v/s Casimir-</a:t>
              </a:r>
              <a:r>
                <a:rPr lang="en-US" sz="2400" b="1" dirty="0" err="1"/>
                <a:t>Lifshitz</a:t>
              </a:r>
              <a:r>
                <a:rPr lang="en-US" sz="2400" b="1" dirty="0"/>
                <a:t> force of BaNbO</a:t>
              </a:r>
              <a:r>
                <a:rPr lang="en-US" sz="2400" b="1" baseline="-25000" dirty="0"/>
                <a:t>3</a:t>
              </a:r>
              <a:r>
                <a:rPr lang="en-US" sz="2400" b="1" dirty="0"/>
                <a:t> </a:t>
              </a:r>
              <a:endParaRPr lang="en-US" sz="2400" b="1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07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1</cp:revision>
  <dcterms:created xsi:type="dcterms:W3CDTF">2024-01-21T19:11:22Z</dcterms:created>
  <dcterms:modified xsi:type="dcterms:W3CDTF">2024-01-21T19:11:22Z</dcterms:modified>
</cp:coreProperties>
</file>