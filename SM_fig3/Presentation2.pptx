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FF671-9B3F-9C71-A1C4-16686A2E9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1081FD-082B-6680-D023-E0C560DDED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C4059-5ED0-F7CB-C90D-3A3BBD7E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8D727-0E85-4955-8541-7058443B4291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EFCA6-404D-DF22-AE6D-13057BE58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80CE5-A365-20D8-1CBE-0BF470600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CD5B6-60E7-4FB9-99AA-BDF9B746022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03147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792BD-F565-2C1A-D05A-204C85FAA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542A6-EA0E-B3DF-36C8-88DA78F28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106A9-18F3-DEBE-DBE2-85DA8B748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8D727-0E85-4955-8541-7058443B4291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28598-48A9-8B64-0129-1715709FF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D4217-8D15-E835-29C1-9193B7252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CD5B6-60E7-4FB9-99AA-BDF9B746022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60956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08C9B-D173-2DA4-9213-4B3343E66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1AA9A-A293-B211-8C18-A77AC7D23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D5777-B38F-29EA-A147-D8A52BB5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8D727-0E85-4955-8541-7058443B4291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0CEFB-107A-D1B5-63E4-BE9BCB87F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34C36-B4E8-273A-C928-768E36C52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CD5B6-60E7-4FB9-99AA-BDF9B746022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85845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7CD6A-F88B-77C9-6101-CD90215C9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BD69A-6EBA-5AAE-FA37-04C08B5A8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DC0E20-BE8D-5CF7-FFE3-46EB3F3A6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55DC02-8C06-D5DD-56C9-06111C972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8D727-0E85-4955-8541-7058443B4291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7C4266-948B-77A3-8E1B-0BED9C188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F112C-00D2-D29F-0231-E171FB57D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CD5B6-60E7-4FB9-99AA-BDF9B746022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59639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3AD83-DE1F-DC26-DA90-C5B6CD122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170DB0-4B7D-A7E6-B4FD-916B0D8C4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377972-5D5F-7123-6CBF-F915E2DC54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6367A5-9793-7765-263C-6A94F6D9A3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DB9F64-AC35-0A77-E831-8EAAC137ED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F9957E-2CB2-B23D-04F0-D4F8D713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8D727-0E85-4955-8541-7058443B4291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3139EF-827E-9B92-4ED8-8A0539EB2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B7029A-A3C3-8AF4-B20D-C597A18B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CD5B6-60E7-4FB9-99AA-BDF9B746022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59785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3ADF8-291A-4E5A-CEA2-5B0FD64C3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D7192A-71E9-7DE3-26B4-CAA4ADB70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8D727-0E85-4955-8541-7058443B4291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62E12-3C96-D129-9F02-833AC6F4E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5E96DA-2E5B-910C-A816-E97EA727A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CD5B6-60E7-4FB9-99AA-BDF9B746022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51435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9E364B-2367-CC97-F4A3-35EA42A5D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8D727-0E85-4955-8541-7058443B4291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A8CCAB-1478-ECDD-32CF-6659FBFE1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054CF-6E01-53B0-9838-A2C318E1E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CD5B6-60E7-4FB9-99AA-BDF9B746022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93251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D2011-C57C-F6CA-766D-8E0E53BB7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E9EDE-37EC-D95C-298E-ED9DBAE10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02B116-3B5E-C159-BE98-18F434A5A7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DB5557-9B75-FA01-55FC-AA7D016AA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8D727-0E85-4955-8541-7058443B4291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31F58-858A-FF6F-AE83-D427D1690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E5614-6670-1C87-B0EC-5CFAAEBD2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CD5B6-60E7-4FB9-99AA-BDF9B746022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35958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34531-374A-107A-EA6F-6FFEE7A3F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7D080F-920A-E1B7-AE00-EBC5FE995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8F83E-C7DB-3D87-B064-2843A65F69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CF30D9-5513-5B7D-9C65-1B6E1F7DF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8D727-0E85-4955-8541-7058443B4291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542DA-54B3-37C4-09B8-6604C3D75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1041F-30EE-3710-8674-4965D527D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CD5B6-60E7-4FB9-99AA-BDF9B746022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05523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0552C-56D4-CA6B-CE04-957665E7E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0BA58C-C0EC-6E5D-8FF2-8CD980D98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82D05-DB80-7E8B-4914-5937B9CFC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8D727-0E85-4955-8541-7058443B4291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A7BF4-CB7D-ECD1-C4C7-0950A41B6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063C0-B9C8-157E-B0C7-121A24D1E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CD5B6-60E7-4FB9-99AA-BDF9B746022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78825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88DCFC-0A29-34A4-A6C0-711863154F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5E6AF8-A05B-C805-9AC2-B8A70C577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4EB58-F299-C1CB-488F-B36052B1F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8D727-0E85-4955-8541-7058443B4291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A808D-A2EA-3FFA-E727-47A00ADD6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C655A-95AD-ECE4-C1A9-4D20685A6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CD5B6-60E7-4FB9-99AA-BDF9B746022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53511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404552-F45F-0DBA-9FD9-0B403A327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78472-56DC-7646-2EE1-EE343DFE4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564EC-40C4-67D3-75D0-1758B1E5D4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E8D727-0E85-4955-8541-7058443B4291}" type="datetimeFigureOut">
              <a:rPr lang="pl-PL" smtClean="0"/>
              <a:t>17.01.2024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1CDAA-6F7E-28F0-BE1F-60B7EBC651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B5EB5-6A01-8AC4-0C2B-CC343A65C4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CD5B6-60E7-4FB9-99AA-BDF9B746022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68925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50E4C823-1D86-E3D7-F87C-76DC600B0CEB}"/>
              </a:ext>
            </a:extLst>
          </p:cNvPr>
          <p:cNvGrpSpPr/>
          <p:nvPr/>
        </p:nvGrpSpPr>
        <p:grpSpPr>
          <a:xfrm>
            <a:off x="1971040" y="182880"/>
            <a:ext cx="8412480" cy="6421120"/>
            <a:chOff x="1971040" y="182880"/>
            <a:chExt cx="8412480" cy="642112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A10994B-D591-61DC-91C3-9FDAB11CB91D}"/>
                </a:ext>
              </a:extLst>
            </p:cNvPr>
            <p:cNvSpPr/>
            <p:nvPr/>
          </p:nvSpPr>
          <p:spPr>
            <a:xfrm>
              <a:off x="2153920" y="182880"/>
              <a:ext cx="7721600" cy="6350000"/>
            </a:xfrm>
            <a:prstGeom prst="rect">
              <a:avLst/>
            </a:prstGeom>
            <a:solidFill>
              <a:schemeClr val="bg1">
                <a:alpha val="9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EC8A10B-3B6B-362F-229F-1AC7A7003939}"/>
                </a:ext>
              </a:extLst>
            </p:cNvPr>
            <p:cNvSpPr/>
            <p:nvPr/>
          </p:nvSpPr>
          <p:spPr>
            <a:xfrm>
              <a:off x="1971040" y="182880"/>
              <a:ext cx="8067040" cy="6421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4736845-2BBA-FA1A-394F-05564B2F16F8}"/>
                </a:ext>
              </a:extLst>
            </p:cNvPr>
            <p:cNvSpPr/>
            <p:nvPr/>
          </p:nvSpPr>
          <p:spPr>
            <a:xfrm>
              <a:off x="2316480" y="182880"/>
              <a:ext cx="8067040" cy="6421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5864E5-BF1C-2ABD-4FEF-23E816C26AC3}"/>
                </a:ext>
              </a:extLst>
            </p:cNvPr>
            <p:cNvSpPr/>
            <p:nvPr/>
          </p:nvSpPr>
          <p:spPr>
            <a:xfrm>
              <a:off x="2387600" y="182880"/>
              <a:ext cx="7386320" cy="635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FB900DE-C416-3F13-A8D0-03C14D739BE9}"/>
                </a:ext>
              </a:extLst>
            </p:cNvPr>
            <p:cNvGrpSpPr/>
            <p:nvPr/>
          </p:nvGrpSpPr>
          <p:grpSpPr>
            <a:xfrm>
              <a:off x="2604105" y="471904"/>
              <a:ext cx="6693266" cy="5914192"/>
              <a:chOff x="2604105" y="471904"/>
              <a:chExt cx="6693266" cy="5914192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E27B5FDB-3ADF-CD24-2372-B168D13575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18148" y="1282581"/>
                <a:ext cx="6179223" cy="4648514"/>
              </a:xfrm>
              <a:prstGeom prst="rect">
                <a:avLst/>
              </a:prstGeom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801F12-8C14-6883-9C91-4A77596D41B9}"/>
                  </a:ext>
                </a:extLst>
              </p:cNvPr>
              <p:cNvSpPr txBox="1"/>
              <p:nvPr/>
            </p:nvSpPr>
            <p:spPr>
              <a:xfrm>
                <a:off x="3532696" y="471904"/>
                <a:ext cx="5669280" cy="830997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Distance v/s Casimir-</a:t>
                </a:r>
                <a:r>
                  <a:rPr lang="en-US" sz="2400" b="1" dirty="0" err="1"/>
                  <a:t>Lifshitz</a:t>
                </a:r>
                <a:r>
                  <a:rPr lang="en-US" sz="2400" b="1" dirty="0"/>
                  <a:t> force of</a:t>
                </a:r>
              </a:p>
              <a:p>
                <a:pPr algn="ctr"/>
                <a:r>
                  <a:rPr lang="en-US" sz="2400" b="1" dirty="0"/>
                  <a:t> Ca</a:t>
                </a:r>
                <a:r>
                  <a:rPr lang="en-US" sz="2400" b="1" baseline="-25000" dirty="0"/>
                  <a:t>6-x</a:t>
                </a:r>
                <a:r>
                  <a:rPr lang="en-US" sz="2400" b="1" dirty="0"/>
                  <a:t>Al</a:t>
                </a:r>
                <a:r>
                  <a:rPr lang="en-US" sz="2400" b="1" baseline="-25000" dirty="0"/>
                  <a:t>7</a:t>
                </a:r>
                <a:r>
                  <a:rPr lang="en-US" sz="2400" b="1" dirty="0"/>
                  <a:t>O</a:t>
                </a:r>
                <a:r>
                  <a:rPr lang="en-US" sz="2400" b="1" baseline="-25000" dirty="0"/>
                  <a:t>16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F8ABDE-215A-FB8B-3018-A205792700C1}"/>
                  </a:ext>
                </a:extLst>
              </p:cNvPr>
              <p:cNvSpPr txBox="1"/>
              <p:nvPr/>
            </p:nvSpPr>
            <p:spPr>
              <a:xfrm>
                <a:off x="5264805" y="5985986"/>
                <a:ext cx="210943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000" b="1" dirty="0"/>
                  <a:t>f(d)/[2</a:t>
                </a:r>
                <a:r>
                  <a:rPr lang="en-IN" sz="2000" b="1" dirty="0">
                    <a:ea typeface="Cambria Math" panose="02040503050406030204" pitchFamily="18" charset="0"/>
                  </a:rPr>
                  <a:t> </a:t>
                </a:r>
                <a:r>
                  <a:rPr lang="el-GR" sz="2000" b="1" dirty="0">
                    <a:ea typeface="Cambria Math" panose="02040503050406030204" pitchFamily="18" charset="0"/>
                  </a:rPr>
                  <a:t>π</a:t>
                </a:r>
                <a:r>
                  <a:rPr lang="en-IN" sz="2000" b="1" dirty="0">
                    <a:ea typeface="Cambria Math" panose="02040503050406030204" pitchFamily="18" charset="0"/>
                  </a:rPr>
                  <a:t> R] (J/m</a:t>
                </a:r>
                <a:r>
                  <a:rPr lang="en-IN" sz="2000" b="1" baseline="30000" dirty="0">
                    <a:ea typeface="Cambria Math" panose="02040503050406030204" pitchFamily="18" charset="0"/>
                  </a:rPr>
                  <a:t>2</a:t>
                </a:r>
                <a:r>
                  <a:rPr lang="en-IN" sz="2000" b="1" dirty="0">
                    <a:ea typeface="Cambria Math" panose="02040503050406030204" pitchFamily="18" charset="0"/>
                  </a:rPr>
                  <a:t>)</a:t>
                </a:r>
                <a:endParaRPr lang="bn-BD" sz="2000" b="1" dirty="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F4E521B-E91A-5FB3-2397-6DCE473AF3BF}"/>
                  </a:ext>
                </a:extLst>
              </p:cNvPr>
              <p:cNvSpPr txBox="1"/>
              <p:nvPr/>
            </p:nvSpPr>
            <p:spPr>
              <a:xfrm rot="16200000">
                <a:off x="1798320" y="3223903"/>
                <a:ext cx="20116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Distance (nm)</a:t>
                </a:r>
                <a:endParaRPr lang="pl-PL" sz="2000" b="1" dirty="0"/>
              </a:p>
            </p:txBody>
          </p:sp>
          <p:sp>
            <p:nvSpPr>
              <p:cNvPr id="9" name="Left Brace 8">
                <a:extLst>
                  <a:ext uri="{FF2B5EF4-FFF2-40B4-BE49-F238E27FC236}">
                    <a16:creationId xmlns:a16="http://schemas.microsoft.com/office/drawing/2014/main" id="{B913AB25-4ECC-6BB3-787E-246E9142D8CE}"/>
                  </a:ext>
                </a:extLst>
              </p:cNvPr>
              <p:cNvSpPr/>
              <p:nvPr/>
            </p:nvSpPr>
            <p:spPr>
              <a:xfrm>
                <a:off x="7076440" y="1508798"/>
                <a:ext cx="142240" cy="436880"/>
              </a:xfrm>
              <a:prstGeom prst="leftBrace">
                <a:avLst/>
              </a:prstGeom>
              <a:ln w="28575"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l-PL"/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437D2C92-3A7B-9AD6-ABC4-732705AFDF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30720" y="2148878"/>
                <a:ext cx="233680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4812F75-9105-4EFD-23C1-777FCF34E54D}"/>
                  </a:ext>
                </a:extLst>
              </p:cNvPr>
              <p:cNvSpPr txBox="1"/>
              <p:nvPr/>
            </p:nvSpPr>
            <p:spPr>
              <a:xfrm>
                <a:off x="5201434" y="1551383"/>
                <a:ext cx="17586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Gapped  metals</a:t>
                </a:r>
                <a:endParaRPr lang="pl-PL" b="1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5B0E8A9-F047-6A26-E544-4756FA5BE93F}"/>
                  </a:ext>
                </a:extLst>
              </p:cNvPr>
              <p:cNvSpPr txBox="1"/>
              <p:nvPr/>
            </p:nvSpPr>
            <p:spPr>
              <a:xfrm>
                <a:off x="5455919" y="1975606"/>
                <a:ext cx="12496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Insulator</a:t>
                </a:r>
                <a:endParaRPr lang="pl-PL" b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67764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Subhojit Pal</dc:creator>
  <cp:lastModifiedBy>Subhojit Pal</cp:lastModifiedBy>
  <cp:revision>1</cp:revision>
  <dcterms:created xsi:type="dcterms:W3CDTF">2024-01-17T21:27:40Z</dcterms:created>
  <dcterms:modified xsi:type="dcterms:W3CDTF">2024-01-17T21:27:41Z</dcterms:modified>
</cp:coreProperties>
</file>