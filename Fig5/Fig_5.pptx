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1595" autoAdjust="0"/>
  </p:normalViewPr>
  <p:slideViewPr>
    <p:cSldViewPr snapToGrid="0">
      <p:cViewPr varScale="1">
        <p:scale>
          <a:sx n="63" d="100"/>
          <a:sy n="63" d="100"/>
        </p:scale>
        <p:origin x="1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FF7E6-FEF2-2969-8FAB-C46031A28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D8AC0-6629-702A-2915-7063DA5E8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823AF-E420-01BD-2C2C-9D22ECF4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EE053-1650-9105-6D59-EE5B1C82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B16C9-FA7E-BEE4-737A-D950E192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17474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FB29-5BE4-7B4D-F468-1770BE12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E0B92-8D93-D95C-49FD-C6D2DB6E0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080D9-A6FA-4D33-9E47-6EC64ABD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0815-6A5E-B2C5-D008-15C0D924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DAACB-A0B9-767D-3A2A-2BD437D5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24850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BF30D-4F94-0B85-05DC-819943C0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58563-80E6-9106-B149-A0EC2EE01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72544-24AD-538E-3BA3-C237C895F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7AB5B-9A7B-1750-E347-2BFE3DD8C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0BA2E-468E-7B64-7DA4-66AA59FA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92146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6EB9E-101C-701B-ED65-1CE7B962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2F4C6-EE50-CB14-CA1D-156EC91B3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229D-8CC8-F1E1-331E-0AB7C195A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414ED-1034-FBD5-4AD4-FAF27BE1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4645D-7248-C1D1-5E3A-96B49D52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1DFE7-2E4A-3EC3-A6FD-89202A14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1410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2148-2BFD-D641-FB46-EF0A8FAB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4827D-82B2-B791-CEEA-718CA258A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88DCA-DE72-409C-C3E7-65C3763C7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4B72F-B5AB-843C-119F-E2D210658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A2663-D322-1999-3EE2-B14BB357E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A9C62D-2F4A-9B6A-49F4-29E7FA5F5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169FB-D8B9-9433-048C-33DB77DFC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42392-DF98-A0D5-72BF-7A1C0C99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520852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9023-BAB4-AA1F-87F0-93BC2745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93F287-6014-F8FD-1727-DFE83AA8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C17837-0718-3A2A-E607-983322F36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70CD3-BED6-DAE5-701C-358261E11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8279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CDC78-6CF8-648B-1677-F652EA0D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96952-52F6-D583-16EB-76893A69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706F9-C2D2-32D3-440B-BBF29735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66570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E631-E6FC-8368-37E8-59EFA9DF1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E8E2B-0BCA-4D2F-799A-51B0872B9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55125-310F-29DA-90B5-33506EB14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B1D9C-1B73-09B0-1BF9-7B12F096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68CF1-6A2F-443E-FA2C-746F16364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47070-D9AD-D4C8-4A77-8714E865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548399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0FF4-410A-F507-5CE6-4354F6605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D680E-ACEC-A2AB-7611-7C6362083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D72C7-ED72-4B7A-FC54-246639E5D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F889C-5E29-5C09-0C6D-11C558BE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1B88C-CD80-0676-6015-08475B0F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35F1C-0457-D289-BFE7-B78F4838F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96471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D4AA-1D2D-5E01-207D-13F505815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B532F-636A-158C-2D10-10ED86417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E8599-ACBC-016C-B845-031B36B6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EA8CF-FA73-1D4E-90C4-2441FA716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F3CE0-42F6-B19D-AF32-631A1272F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740100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5414D8-4263-091F-092D-4FA6AB2CC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32C87-F7EF-C22B-D4C0-350B7F7A3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434B0-E416-928B-3D4B-D0C9F49D5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F756F-CB31-C538-6136-D3A7FD2A0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96AA0-E56F-2BFF-5BC0-03ED679E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84559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55D252-9AE5-C2E5-E74B-56D151658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6A4C0-D361-148C-B324-A1E3A619B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C730B-8A87-BFB4-D42C-1EA9B5343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7AD69-B55D-4061-8837-F8B8F6EEE52C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6B9D7-94E4-3976-83EE-C5FFF95DF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1B6F-A80D-FA03-7BBF-C3AEC90B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3D42A-573E-44DA-A36D-3448D7CCAC86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3541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083715F-A84E-12B4-22FE-B417C1B6057F}"/>
              </a:ext>
            </a:extLst>
          </p:cNvPr>
          <p:cNvGrpSpPr/>
          <p:nvPr/>
        </p:nvGrpSpPr>
        <p:grpSpPr>
          <a:xfrm>
            <a:off x="2086004" y="867931"/>
            <a:ext cx="6693217" cy="5400075"/>
            <a:chOff x="2749392" y="330049"/>
            <a:chExt cx="6693217" cy="540007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63D47A2-8558-C643-B2FC-A74FCDC7600B}"/>
                </a:ext>
              </a:extLst>
            </p:cNvPr>
            <p:cNvGrpSpPr/>
            <p:nvPr/>
          </p:nvGrpSpPr>
          <p:grpSpPr>
            <a:xfrm>
              <a:off x="2749392" y="772534"/>
              <a:ext cx="6693217" cy="4957590"/>
              <a:chOff x="2609134" y="1159033"/>
              <a:chExt cx="6693217" cy="495759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6009A72-3A02-B2B1-F9FD-B625D63C0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89653" y="1159033"/>
                <a:ext cx="6412698" cy="4558730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8A2E58-58F7-AE63-F395-36FDEDEEE6BC}"/>
                  </a:ext>
                </a:extLst>
              </p:cNvPr>
              <p:cNvSpPr txBox="1"/>
              <p:nvPr/>
            </p:nvSpPr>
            <p:spPr>
              <a:xfrm rot="16200000">
                <a:off x="1772240" y="2582951"/>
                <a:ext cx="20738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2000" b="1" dirty="0"/>
                  <a:t>Δ</a:t>
                </a:r>
                <a:r>
                  <a:rPr lang="en-IN" sz="2000" b="1" dirty="0"/>
                  <a:t>d (nm)</a:t>
                </a:r>
                <a:endParaRPr lang="bn-BD" sz="2000" b="1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B21CA5-FD48-1968-1CB6-7BDE56CA1D66}"/>
                  </a:ext>
                </a:extLst>
              </p:cNvPr>
              <p:cNvSpPr txBox="1"/>
              <p:nvPr/>
            </p:nvSpPr>
            <p:spPr>
              <a:xfrm>
                <a:off x="5920033" y="5716513"/>
                <a:ext cx="18193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dirty="0" err="1"/>
                  <a:t>d</a:t>
                </a:r>
                <a:r>
                  <a:rPr lang="en-IN" sz="2000" b="1" baseline="-25000" dirty="0" err="1"/>
                  <a:t>S</a:t>
                </a:r>
                <a:r>
                  <a:rPr lang="en-IN" sz="2000" b="1" dirty="0"/>
                  <a:t> (nm)</a:t>
                </a:r>
                <a:endParaRPr lang="bn-BD" sz="2000" b="1"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BEDAB4-53C2-E557-8317-AC0D311DB916}"/>
                </a:ext>
              </a:extLst>
            </p:cNvPr>
            <p:cNvSpPr txBox="1"/>
            <p:nvPr/>
          </p:nvSpPr>
          <p:spPr>
            <a:xfrm>
              <a:off x="3675082" y="330049"/>
              <a:ext cx="5669280" cy="46166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Surface variance v/s distance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4406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subhojit pal</dc:creator>
  <cp:lastModifiedBy>Subhojit Pal</cp:lastModifiedBy>
  <cp:revision>1</cp:revision>
  <dcterms:created xsi:type="dcterms:W3CDTF">2023-12-22T09:47:27Z</dcterms:created>
  <dcterms:modified xsi:type="dcterms:W3CDTF">2024-01-21T18:56:14Z</dcterms:modified>
</cp:coreProperties>
</file>