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0" autoAdjust="0"/>
    <p:restoredTop sz="93447" autoAdjust="0"/>
  </p:normalViewPr>
  <p:slideViewPr>
    <p:cSldViewPr snapToGrid="0">
      <p:cViewPr varScale="1">
        <p:scale>
          <a:sx n="63" d="100"/>
          <a:sy n="63" d="100"/>
        </p:scale>
        <p:origin x="11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508416-DEE1-4B73-AB77-A43A3CE2C392}" type="datetimeFigureOut">
              <a:rPr lang="pl-PL" smtClean="0"/>
              <a:t>21.01.2024</a:t>
            </a:fld>
            <a:endParaRPr lang="pl-P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834EEF-3742-4B5B-9AAE-133946ACE1A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21292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834EEF-3742-4B5B-9AAE-133946ACE1A0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08663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2966D-4D3A-D443-2321-FA81CD847E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77B222-62AF-B872-AFCA-E42804ED27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b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7A9C4-3EB2-62CE-6D2D-79C569AC8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8E5F1-10C7-474F-9DB0-610078B6FC70}" type="datetimeFigureOut">
              <a:rPr lang="bn-BD" smtClean="0"/>
              <a:t>11/7/1445</a:t>
            </a:fld>
            <a:endParaRPr lang="b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458B9-3200-3CB7-9D8A-E44A1D232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40AB9-ABA7-13B5-E163-9B032FCF5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22FA2-5EF3-4D18-87F7-98E169793FD0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1431831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BF856-FB03-C4F5-EADB-2E2D4139C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7B607-5E8C-11B9-B8A1-4A31C63CB1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38B6E-7F77-BDB1-75F4-28DE0FA57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8E5F1-10C7-474F-9DB0-610078B6FC70}" type="datetimeFigureOut">
              <a:rPr lang="bn-BD" smtClean="0"/>
              <a:t>11/7/1445</a:t>
            </a:fld>
            <a:endParaRPr lang="b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FD955-6059-29FC-CDAF-7C94D073F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6AFD4-69D8-E731-0CE5-8363AF78F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22FA2-5EF3-4D18-87F7-98E169793FD0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1783462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C738D-76CD-4024-49A4-40362CAC4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CE1B15-6465-0305-2E56-38E97ED15B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36AA5-2A14-42C9-BF6B-823084345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8E5F1-10C7-474F-9DB0-610078B6FC70}" type="datetimeFigureOut">
              <a:rPr lang="bn-BD" smtClean="0"/>
              <a:t>11/7/1445</a:t>
            </a:fld>
            <a:endParaRPr lang="b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890993-C958-8B3E-0D81-D0E3FAAFA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8690E-C33D-882E-9353-D37B4280A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22FA2-5EF3-4D18-87F7-98E169793FD0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100508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523E1-0409-DCBD-0A3C-884BF918A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BC1CD-FEA9-365B-A9CF-7DB35EAD77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1FE617-D022-2542-B4CF-C77D057413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D2CBDE-7E3C-AC08-5FE7-D75B41122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8E5F1-10C7-474F-9DB0-610078B6FC70}" type="datetimeFigureOut">
              <a:rPr lang="bn-BD" smtClean="0"/>
              <a:t>11/7/1445</a:t>
            </a:fld>
            <a:endParaRPr lang="bn-B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B1486C-9ED4-8875-7471-BF06FC24E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763131-B5E1-06FB-8FE6-0B739AF01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22FA2-5EF3-4D18-87F7-98E169793FD0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4281907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8E0F1-A41F-FC1B-0204-F1EA2A11F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8EB96-4573-A62E-99C4-5F451FB143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C6E9A6-8A96-AD07-B946-6A05E0EF3B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B7ED2E-DE6A-0638-43F2-6F41CEF3F6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25DE39-C342-D945-E4DD-735848097A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F0F696-75E3-6A15-E3AF-911B9ABE0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8E5F1-10C7-474F-9DB0-610078B6FC70}" type="datetimeFigureOut">
              <a:rPr lang="bn-BD" smtClean="0"/>
              <a:t>11/7/1445</a:t>
            </a:fld>
            <a:endParaRPr lang="bn-B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82B6C4-9AE2-C77C-9704-D5948BA4B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BCD8AC-A61F-E2B9-0021-B1487F372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22FA2-5EF3-4D18-87F7-98E169793FD0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2643519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668EE-1084-B1AD-3827-268979419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4F8A45-5336-19C1-3333-B595CE63F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8E5F1-10C7-474F-9DB0-610078B6FC70}" type="datetimeFigureOut">
              <a:rPr lang="bn-BD" smtClean="0"/>
              <a:t>11/7/1445</a:t>
            </a:fld>
            <a:endParaRPr lang="bn-B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585B68-E37B-3B59-0A09-FB6FB3764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B690A2-7674-40F7-6C61-AA672AC33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22FA2-5EF3-4D18-87F7-98E169793FD0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3794254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3BFABA-5312-1455-D5B1-D9003BAFA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8E5F1-10C7-474F-9DB0-610078B6FC70}" type="datetimeFigureOut">
              <a:rPr lang="bn-BD" smtClean="0"/>
              <a:t>11/7/1445</a:t>
            </a:fld>
            <a:endParaRPr lang="bn-B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1D08D3-5033-A4ED-6787-BB8CC08DF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F1136B-0B79-DF0F-E5BD-216E5D9E7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22FA2-5EF3-4D18-87F7-98E169793FD0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4108480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41A65-AF18-1D22-FA83-83E697AA5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B7017-AFCA-481D-3759-0B53988E4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30FC27-09D3-FAB8-708D-34BCA50F96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ABD074-9071-F9D3-729F-924C3830B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8E5F1-10C7-474F-9DB0-610078B6FC70}" type="datetimeFigureOut">
              <a:rPr lang="bn-BD" smtClean="0"/>
              <a:t>11/7/1445</a:t>
            </a:fld>
            <a:endParaRPr lang="bn-B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71105-8DFF-FACF-21EE-0CFF816EB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CC6046-9E83-6316-0E38-B23FAB4C9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22FA2-5EF3-4D18-87F7-98E169793FD0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2836213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E2196-96D8-C135-4DC6-9D477CA08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9331AA-6D79-19C0-91C1-85117394A2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bn-B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D7046D-68C1-F1B5-F671-5B7A48383A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E91839-4339-452A-AB69-4B9F74B9B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8E5F1-10C7-474F-9DB0-610078B6FC70}" type="datetimeFigureOut">
              <a:rPr lang="bn-BD" smtClean="0"/>
              <a:t>11/7/1445</a:t>
            </a:fld>
            <a:endParaRPr lang="bn-B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217B2E-7ED5-E70E-08D8-54C72193F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4ABB6B-2A1A-42F5-29C4-96FB3333D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22FA2-5EF3-4D18-87F7-98E169793FD0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220116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3B9B8-F64E-5DCC-AC9A-741F28EC5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AD2D9D-DDF8-8B72-9054-199FFF7903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318F30-41C3-3285-F7CA-303287234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8E5F1-10C7-474F-9DB0-610078B6FC70}" type="datetimeFigureOut">
              <a:rPr lang="bn-BD" smtClean="0"/>
              <a:t>11/7/1445</a:t>
            </a:fld>
            <a:endParaRPr lang="b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9363DF-CD20-2493-B736-7002D0B56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2A32A-CD17-FBF4-B483-96B645343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22FA2-5EF3-4D18-87F7-98E169793FD0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4288591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C956B0-4FA1-3B82-1294-0BBF9099CD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3C8D85-E2D8-171F-B3B0-E96C6D08A2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37BD80-F2C7-2578-BA96-EB3E5D11B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8E5F1-10C7-474F-9DB0-610078B6FC70}" type="datetimeFigureOut">
              <a:rPr lang="bn-BD" smtClean="0"/>
              <a:t>11/7/1445</a:t>
            </a:fld>
            <a:endParaRPr lang="b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464489-B626-B108-47C1-39585F5B3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FE5DD-B32E-8E7E-0344-6D9F96C90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22FA2-5EF3-4D18-87F7-98E169793FD0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269911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B7F083-C540-FF19-908D-5D88BB587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CC81E4-1440-536F-0F1A-4120A748DA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16566E-BAE0-ABD6-D1F5-06A0C175EC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98E5F1-10C7-474F-9DB0-610078B6FC70}" type="datetimeFigureOut">
              <a:rPr lang="bn-BD" smtClean="0"/>
              <a:t>11/7/1445</a:t>
            </a:fld>
            <a:endParaRPr lang="b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A23A1A-466D-78E8-56FE-23637CFAEB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DED8B-42BD-F179-A0E8-85A0BA8DA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622FA2-5EF3-4D18-87F7-98E169793FD0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3758410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19EBC11-63ED-8722-FEBA-AF189DEDA50D}"/>
              </a:ext>
            </a:extLst>
          </p:cNvPr>
          <p:cNvGrpSpPr/>
          <p:nvPr/>
        </p:nvGrpSpPr>
        <p:grpSpPr>
          <a:xfrm>
            <a:off x="2807563" y="751017"/>
            <a:ext cx="6780682" cy="5355965"/>
            <a:chOff x="2404150" y="545069"/>
            <a:chExt cx="6780682" cy="535596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5469312-E463-E2AF-58AB-BFBB0AE36F10}"/>
                </a:ext>
              </a:extLst>
            </p:cNvPr>
            <p:cNvSpPr txBox="1"/>
            <p:nvPr/>
          </p:nvSpPr>
          <p:spPr>
            <a:xfrm rot="16200000">
              <a:off x="1283586" y="2950123"/>
              <a:ext cx="264123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000" b="1" dirty="0"/>
                <a:t>Hamaker constant (eV)</a:t>
              </a:r>
              <a:endParaRPr lang="bn-BD" sz="2000" b="1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E7B50D1-4133-F465-4377-51C97372D51D}"/>
                </a:ext>
              </a:extLst>
            </p:cNvPr>
            <p:cNvGrpSpPr/>
            <p:nvPr/>
          </p:nvGrpSpPr>
          <p:grpSpPr>
            <a:xfrm>
              <a:off x="2759435" y="545069"/>
              <a:ext cx="6425397" cy="5355965"/>
              <a:chOff x="2759435" y="545069"/>
              <a:chExt cx="6425397" cy="5355965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514B4C2-3BF2-1046-BD30-E94A9B2D8946}"/>
                  </a:ext>
                </a:extLst>
              </p:cNvPr>
              <p:cNvSpPr txBox="1"/>
              <p:nvPr/>
            </p:nvSpPr>
            <p:spPr>
              <a:xfrm>
                <a:off x="5664634" y="5500924"/>
                <a:ext cx="158431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000" b="1"/>
                  <a:t>Distance (</a:t>
                </a:r>
                <a:r>
                  <a:rPr lang="en-IN" sz="2000" b="1" dirty="0"/>
                  <a:t>m)</a:t>
                </a:r>
                <a:endParaRPr lang="bn-BD" sz="2000" b="1" dirty="0"/>
              </a:p>
            </p:txBody>
          </p:sp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ADDFFC34-683F-336D-6C71-8275E9634E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59435" y="1008039"/>
                <a:ext cx="6425397" cy="4596825"/>
              </a:xfrm>
              <a:prstGeom prst="rect">
                <a:avLst/>
              </a:prstGeom>
            </p:spPr>
          </p:pic>
          <p:sp>
            <p:nvSpPr>
              <p:cNvPr id="9" name="Left Brace 8">
                <a:extLst>
                  <a:ext uri="{FF2B5EF4-FFF2-40B4-BE49-F238E27FC236}">
                    <a16:creationId xmlns:a16="http://schemas.microsoft.com/office/drawing/2014/main" id="{47812161-6F16-CA0D-6952-8ABD90D2B80F}"/>
                  </a:ext>
                </a:extLst>
              </p:cNvPr>
              <p:cNvSpPr/>
              <p:nvPr/>
            </p:nvSpPr>
            <p:spPr>
              <a:xfrm>
                <a:off x="6795409" y="1302411"/>
                <a:ext cx="301658" cy="1018095"/>
              </a:xfrm>
              <a:prstGeom prst="leftBrac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n-BD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D14BF84-D34E-DDC4-AFAB-41128EB5807C}"/>
                  </a:ext>
                </a:extLst>
              </p:cNvPr>
              <p:cNvSpPr txBox="1"/>
              <p:nvPr/>
            </p:nvSpPr>
            <p:spPr>
              <a:xfrm>
                <a:off x="5344200" y="1177316"/>
                <a:ext cx="20356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Gapped metals</a:t>
                </a:r>
                <a:endParaRPr lang="bn-BD" b="1" dirty="0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DA35E64-4421-FA4F-7024-C5B004C46AC0}"/>
                  </a:ext>
                </a:extLst>
              </p:cNvPr>
              <p:cNvSpPr txBox="1"/>
              <p:nvPr/>
            </p:nvSpPr>
            <p:spPr>
              <a:xfrm>
                <a:off x="7248944" y="2780846"/>
                <a:ext cx="14794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Insulator</a:t>
                </a:r>
                <a:endParaRPr lang="bn-BD" b="1" dirty="0"/>
              </a:p>
            </p:txBody>
          </p: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EC8E070C-A8FE-1434-E928-03C87A89C2F2}"/>
                  </a:ext>
                </a:extLst>
              </p:cNvPr>
              <p:cNvCxnSpPr/>
              <p:nvPr/>
            </p:nvCxnSpPr>
            <p:spPr>
              <a:xfrm>
                <a:off x="7379870" y="2688513"/>
                <a:ext cx="188536" cy="18466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7B73476-D262-F189-6273-34DC484B0A04}"/>
                  </a:ext>
                </a:extLst>
              </p:cNvPr>
              <p:cNvSpPr txBox="1"/>
              <p:nvPr/>
            </p:nvSpPr>
            <p:spPr>
              <a:xfrm>
                <a:off x="3231102" y="545069"/>
                <a:ext cx="5669280" cy="461665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/>
                  <a:t>Hamaker constant of Ba</a:t>
                </a:r>
                <a:r>
                  <a:rPr lang="en-US" sz="2400" b="1" baseline="-25000" dirty="0"/>
                  <a:t>1-x</a:t>
                </a:r>
                <a:r>
                  <a:rPr lang="en-US" sz="2400" b="1" dirty="0"/>
                  <a:t>Nb</a:t>
                </a:r>
                <a:r>
                  <a:rPr lang="en-US" sz="2400" b="1" baseline="-25000" dirty="0"/>
                  <a:t>1-y</a:t>
                </a:r>
                <a:r>
                  <a:rPr lang="en-US" sz="2400" b="1" dirty="0"/>
                  <a:t>O</a:t>
                </a:r>
                <a:r>
                  <a:rPr lang="en-US" sz="2400" b="1" baseline="-25000" dirty="0"/>
                  <a:t>3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80303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</Words>
  <Application>Microsoft Office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subhojit pal</dc:creator>
  <cp:lastModifiedBy>Subhojit Pal</cp:lastModifiedBy>
  <cp:revision>2</cp:revision>
  <dcterms:created xsi:type="dcterms:W3CDTF">2023-12-22T09:41:30Z</dcterms:created>
  <dcterms:modified xsi:type="dcterms:W3CDTF">2024-01-21T18:55:49Z</dcterms:modified>
</cp:coreProperties>
</file>