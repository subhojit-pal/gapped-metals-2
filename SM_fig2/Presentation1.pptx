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A24D-AF28-E72D-DDAF-F8D831D94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82E86-4708-4C12-B5C9-5AA76B3B2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CB3AF-302E-E675-8FF3-6E845A08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F27BB-B542-6BA5-3B33-55204665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72DB0-E01C-CDBB-9791-BF6E161A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003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5329-1EF5-186B-D996-594F976C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68C2-2E8A-BE2E-97DB-98950E073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D8D28-6FC9-81D7-1578-3E4EDC3D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1265-AA5D-3D1B-46E4-560DCD5C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A0408-F6EE-D33F-5C33-79A5A99B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464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6D9B-971D-4CD9-338D-8D18F6B0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F8977-A238-5C63-C15A-A5D57CECE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06E9-2B7E-18A5-1533-F025141E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8F64-0354-C21D-C2B5-28BF1031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B7E5B-9460-2A74-1BCA-81075E86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956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AC8D-3531-2E04-AE0E-5FA1323E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BF6D2-0C1B-969D-D4A1-2A98449DB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AABB6-B50E-0F4F-EAC4-3EFBD6A37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92460-654B-D13B-1FFD-1BAD8468C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6AB25-B058-208A-2249-A26F2A08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1E1B0-8E7E-E63A-FCA7-A460994E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132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6A5A-5B1D-A448-CFC2-66CF1DB6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04EF-E4C5-1A3F-D434-E8FA9D75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2E34-1242-3C44-9D62-1C76EC0F1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A08EB-6B1C-8199-C952-B24E1169F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D8AEF-4D62-3A32-FB61-5A088117C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61049-DD78-8027-49B4-8DA28AAB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DB8CE-19FA-F225-EE7E-B7F890B3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E4BFD-DEDA-EE2D-B783-F1F5CB57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712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3C58-F851-27EF-FECA-7208347B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9AE59-D2BF-95D4-7667-250306BC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88CA0-56AF-9B9C-9754-CFBF52DC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7D01D-F73C-5E7B-05F7-E304EF8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858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D5CF6-DC40-01AC-3800-8A6DADB5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31951-8950-EF7D-EC7C-8D2C59E3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EF338-CEAF-BDF2-467E-51A81624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651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3372-0647-08B0-2BC7-4D8D044B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D8C1-85AA-C1D8-186D-88E922B1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8C6B7-7621-C321-CBC5-656A5EDB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4A459-10AF-75F5-56EE-10554F93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DB46A-7B15-1855-9998-898DBCA2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7CDF4-F688-4223-0FE5-AB827619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257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97DA-DE34-BF1F-FF31-9CDBA29F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A2BD8-486A-E2BC-A79A-34C3EF308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7FCAE-80E9-403A-0CB7-8A872DF02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6DDF4-84D5-EA73-5B6B-120438F4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6DF5-56A2-0116-A974-012F4F2F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C213-C976-9815-1C68-F2461B45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830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862E-D42F-A8E4-ADAD-40EE89DD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8E825-5462-1E23-0478-35D96A320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A9BC-9323-A0E3-9E92-0E946B42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8F9B0-20A5-BB99-A3D8-F17E248A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33EBB-2F22-3307-DE11-A4A9EC32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813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A99AB-1134-E2BE-E018-82CFBD715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A072C-6F2B-D4DB-91D5-803231D56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9474-13E1-DC95-5BFE-FB445BCA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20EB8-8D6B-1073-7FBA-A252587A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9B269-ADC6-E0B5-5619-F30A5845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370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CFC00-C591-C272-917F-09C7A2AF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41CE7-8632-E8FA-37CE-FB3279BC7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A1DDA-3A9D-C70F-2FEB-DF7EF7DA7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49ED6-C204-4235-AB76-16048ED109BB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B2B8A-6E18-880D-153C-9AC1D7439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5BC2-19B2-828A-BF31-6DD4C6646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263BC-FB48-493F-ACB6-16CCC89FB5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173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1478A33-2738-D880-20A6-26F69C40164D}"/>
              </a:ext>
            </a:extLst>
          </p:cNvPr>
          <p:cNvGrpSpPr/>
          <p:nvPr/>
        </p:nvGrpSpPr>
        <p:grpSpPr>
          <a:xfrm>
            <a:off x="2245360" y="203200"/>
            <a:ext cx="7752080" cy="6410960"/>
            <a:chOff x="2245360" y="203200"/>
            <a:chExt cx="7752080" cy="64109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50B33E-821D-FF81-EB7E-92DF08EDE826}"/>
                </a:ext>
              </a:extLst>
            </p:cNvPr>
            <p:cNvSpPr/>
            <p:nvPr/>
          </p:nvSpPr>
          <p:spPr>
            <a:xfrm>
              <a:off x="2245360" y="203200"/>
              <a:ext cx="7752080" cy="641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DD806A-5987-07F8-915F-5EFA42345A89}"/>
                </a:ext>
              </a:extLst>
            </p:cNvPr>
            <p:cNvGrpSpPr/>
            <p:nvPr/>
          </p:nvGrpSpPr>
          <p:grpSpPr>
            <a:xfrm>
              <a:off x="2553305" y="487182"/>
              <a:ext cx="6703350" cy="5883636"/>
              <a:chOff x="2482185" y="527822"/>
              <a:chExt cx="6703350" cy="588363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DDAB879-D29E-D74C-5E5A-6058903F5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465" y="1328339"/>
                <a:ext cx="6179070" cy="4648362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EAB2DB-7B3E-4BDB-1989-C07209E78C92}"/>
                  </a:ext>
                </a:extLst>
              </p:cNvPr>
              <p:cNvSpPr txBox="1"/>
              <p:nvPr/>
            </p:nvSpPr>
            <p:spPr>
              <a:xfrm>
                <a:off x="3414655" y="527822"/>
                <a:ext cx="5669280" cy="8309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Distance v/s Casimir-</a:t>
                </a:r>
                <a:r>
                  <a:rPr lang="en-US" sz="2400" b="1" dirty="0" err="1"/>
                  <a:t>Lifshitz</a:t>
                </a:r>
                <a:r>
                  <a:rPr lang="en-US" sz="2400" b="1" dirty="0"/>
                  <a:t> force of</a:t>
                </a:r>
              </a:p>
              <a:p>
                <a:pPr algn="ctr"/>
                <a:r>
                  <a:rPr lang="en-US" sz="2400" b="1" dirty="0"/>
                  <a:t> Ba</a:t>
                </a:r>
                <a:r>
                  <a:rPr lang="en-US" sz="2400" b="1" baseline="-25000" dirty="0"/>
                  <a:t>1-x</a:t>
                </a:r>
                <a:r>
                  <a:rPr lang="en-US" sz="2400" b="1" dirty="0"/>
                  <a:t>Nb</a:t>
                </a:r>
                <a:r>
                  <a:rPr lang="en-US" sz="2400" b="1" baseline="-25000" dirty="0"/>
                  <a:t>1-y</a:t>
                </a:r>
                <a:r>
                  <a:rPr lang="en-US" sz="2400" b="1" dirty="0"/>
                  <a:t>O</a:t>
                </a:r>
                <a:r>
                  <a:rPr lang="en-US" sz="2400" b="1" baseline="-25000" dirty="0"/>
                  <a:t>3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92D576-894D-BABB-7BE0-9953C3D3996C}"/>
                  </a:ext>
                </a:extLst>
              </p:cNvPr>
              <p:cNvSpPr txBox="1"/>
              <p:nvPr/>
            </p:nvSpPr>
            <p:spPr>
              <a:xfrm>
                <a:off x="5183525" y="6011348"/>
                <a:ext cx="21094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f(d)/[2</a:t>
                </a:r>
                <a:r>
                  <a:rPr lang="en-IN" sz="2000" b="1" dirty="0">
                    <a:ea typeface="Cambria Math" panose="02040503050406030204" pitchFamily="18" charset="0"/>
                  </a:rPr>
                  <a:t> </a:t>
                </a:r>
                <a:r>
                  <a:rPr lang="el-GR" sz="2000" b="1" dirty="0">
                    <a:ea typeface="Cambria Math" panose="02040503050406030204" pitchFamily="18" charset="0"/>
                  </a:rPr>
                  <a:t>π</a:t>
                </a:r>
                <a:r>
                  <a:rPr lang="en-IN" sz="2000" b="1" dirty="0">
                    <a:ea typeface="Cambria Math" panose="02040503050406030204" pitchFamily="18" charset="0"/>
                  </a:rPr>
                  <a:t> R] (J/m</a:t>
                </a:r>
                <a:r>
                  <a:rPr lang="en-IN" sz="2000" b="1" baseline="30000" dirty="0">
                    <a:ea typeface="Cambria Math" panose="02040503050406030204" pitchFamily="18" charset="0"/>
                  </a:rPr>
                  <a:t>2</a:t>
                </a:r>
                <a:r>
                  <a:rPr lang="en-IN" sz="2000" b="1" dirty="0">
                    <a:ea typeface="Cambria Math" panose="02040503050406030204" pitchFamily="18" charset="0"/>
                  </a:rPr>
                  <a:t>)</a:t>
                </a:r>
                <a:endParaRPr lang="bn-BD" sz="2000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8FCF4-2443-9C6E-6A3D-4D0F11178204}"/>
                  </a:ext>
                </a:extLst>
              </p:cNvPr>
              <p:cNvSpPr txBox="1"/>
              <p:nvPr/>
            </p:nvSpPr>
            <p:spPr>
              <a:xfrm rot="16200000">
                <a:off x="1676400" y="3228945"/>
                <a:ext cx="2011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Distance (nm)</a:t>
                </a:r>
                <a:endParaRPr lang="pl-PL" sz="2000" b="1" dirty="0"/>
              </a:p>
            </p:txBody>
          </p:sp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B9E7D271-994A-7AFE-0754-4B5A46F0DBDA}"/>
                  </a:ext>
                </a:extLst>
              </p:cNvPr>
              <p:cNvSpPr/>
              <p:nvPr/>
            </p:nvSpPr>
            <p:spPr>
              <a:xfrm>
                <a:off x="6969760" y="1584960"/>
                <a:ext cx="221595" cy="955040"/>
              </a:xfrm>
              <a:prstGeom prst="leftBrac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BDF481-6885-D236-F5C9-6F7BF7BDC35A}"/>
                  </a:ext>
                </a:extLst>
              </p:cNvPr>
              <p:cNvSpPr txBox="1"/>
              <p:nvPr/>
            </p:nvSpPr>
            <p:spPr>
              <a:xfrm>
                <a:off x="5115895" y="1915458"/>
                <a:ext cx="1831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Gapped metals</a:t>
                </a:r>
                <a:endParaRPr lang="pl-PL" b="1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CD7A8DB-085F-0DA6-3CD9-5641266CA5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3559" y="2702560"/>
                <a:ext cx="31399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B368C4-7FFD-A175-8328-DF0B6FFF9B1B}"/>
                  </a:ext>
                </a:extLst>
              </p:cNvPr>
              <p:cNvSpPr txBox="1"/>
              <p:nvPr/>
            </p:nvSpPr>
            <p:spPr>
              <a:xfrm>
                <a:off x="5391462" y="2540000"/>
                <a:ext cx="128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Insulator</a:t>
                </a:r>
                <a:endParaRPr lang="pl-PL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548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5603</TotalTime>
  <Words>29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1</cp:revision>
  <dcterms:created xsi:type="dcterms:W3CDTF">2024-01-17T21:28:05Z</dcterms:created>
  <dcterms:modified xsi:type="dcterms:W3CDTF">2024-01-21T18:51:36Z</dcterms:modified>
</cp:coreProperties>
</file>