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F38B-CDD9-B001-F19A-F42E3BDD4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550FC-E78C-42EA-41C5-FD755F9A9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71A39-523C-3405-A11A-287E6105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AA3A6-4FEB-C7BC-9915-31F34B110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11B70-7BFC-31E7-38BC-880B7FA9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76036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EA5C-FF11-86C4-3F10-190B9A26C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D14F5-6D68-FCFC-5CBF-D1950A66A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C9B6C-F2F1-0C5F-8C27-6EF7B1E2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776A3-6AD6-8D58-BA2B-BCF4B2C0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C6D35-4A28-4DA6-5E91-654AB0E7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45926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364D7-0858-1E90-5CE9-06B2A4B0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C830A-EB8A-5867-1140-F9911F895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F22A1-7868-E352-EC52-CD2E6FF3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4D224-7037-4958-6045-77C2CE4A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A2113-4574-EDF1-EDD5-94E5F8C3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13047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18F9-BA8B-F0AA-FB12-F29EF4C9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17097-1C32-6976-CBB0-A91F9C4EC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B4104-D0A2-FBDC-F36E-2D3DC30E0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4642-E77D-4AF9-BF53-549EED5AB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E0EC0-C4F7-0A78-DBD8-671A3AB5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4626A-A338-AC69-AE93-AF1898AE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2927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2EB9-5B55-768D-1E33-89E82150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14D6-3CC8-58B8-6BF3-060769570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21B24-B7E7-A8A3-E741-62C6ACBFF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F29D8-409C-335C-59C2-57E3ACE5E5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65AF3-3EB7-B172-008F-3EA9EFA51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1AC1EB-57F5-DDC9-2B5C-EAB571AA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8534D4-B177-CEC0-DA57-F51F4AAC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C193D5-0BD1-E2CC-34D0-997D5DE2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163708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09F6-E98A-5396-74E3-1B4BA51C2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FCA24-7AE8-66FE-7523-2F41697E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35FF6-C2B0-7CA4-5B04-BC8F9220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1DBC2-DDC3-B884-C8DB-FABC11CB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56800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4CD6F-FD23-25CE-48BC-858F2EA1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A0F4B-39D7-E684-03E5-0606BF20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535A8-F407-D61C-20B3-E2E2DC7C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66451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8F4C-FBFA-F40B-B333-EB14316DA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CD59C-6B97-2BF6-19EF-F99F7E33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31DB-E497-B58B-422C-713B8EEE6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8C725-5E72-68E0-9EC8-8BB0A7F1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3514C-F4E5-555A-51FD-FA8E8466D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4A3AF-1B4A-E4D7-1407-F0D0635F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20158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0E862-25D6-B60D-D0B9-213089C0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D577FF-295D-C1E4-238A-BC345E77A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AAACC-7B56-D8FB-2142-F519A832F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970D2-3942-3361-987B-EBFE2AF1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1853C-D386-C20D-9D9E-6AD879AA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AECBA-8A9F-B7F9-8347-585AF294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289530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A567-EF49-9950-3DB2-E97DED556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85F2D-8279-2494-77A6-70894A909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31B64-C0ED-2BD1-8C00-74738D09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87987-BF9C-51E6-8DB0-8215D934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44C37-B65A-692B-6DE7-C16B5CAB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992153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3F71A-EECF-7E49-B1BB-FA01382E7E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9704E-5FB4-D551-BE07-FDDD27C62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3659A-79B4-EFCC-C48E-FB27957A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716E3-605A-C1AF-7752-D88B578F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BD190-9F83-5970-0ACA-734FEED83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58597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F7F799-DBF0-DB1F-D661-700D5EEA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D67AE-0A4E-D0D5-7C3B-EBC589B65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989BC-C0DB-D57A-1F40-C43BD6E45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5460D-B742-475D-87DA-5458C4B33BF1}" type="datetimeFigureOut">
              <a:rPr lang="bn-BD" smtClean="0"/>
              <a:t>11/7/1445</a:t>
            </a:fld>
            <a:endParaRPr lang="b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D85A8-A6E5-7252-7190-AD4B11162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E2E57-030C-6E23-B001-1D7D0F6E7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DAA61-714E-460E-AE52-F64EBFC6555B}" type="slidenum">
              <a:rPr lang="bn-BD" smtClean="0"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78072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4BB18F9-B4D2-FC37-8634-CBC134BF32AC}"/>
              </a:ext>
            </a:extLst>
          </p:cNvPr>
          <p:cNvGrpSpPr/>
          <p:nvPr/>
        </p:nvGrpSpPr>
        <p:grpSpPr>
          <a:xfrm>
            <a:off x="2387505" y="612824"/>
            <a:ext cx="6492679" cy="5632351"/>
            <a:chOff x="2324752" y="733188"/>
            <a:chExt cx="6492679" cy="563235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8265AD-E639-9F1C-80CD-003AD84260FB}"/>
                </a:ext>
              </a:extLst>
            </p:cNvPr>
            <p:cNvGrpSpPr/>
            <p:nvPr/>
          </p:nvGrpSpPr>
          <p:grpSpPr>
            <a:xfrm>
              <a:off x="2324752" y="1528325"/>
              <a:ext cx="6492679" cy="4837214"/>
              <a:chOff x="1616541" y="1322137"/>
              <a:chExt cx="6492679" cy="483721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F7BF824-06C3-E53A-5219-1755DBA65E0B}"/>
                  </a:ext>
                </a:extLst>
              </p:cNvPr>
              <p:cNvGrpSpPr/>
              <p:nvPr/>
            </p:nvGrpSpPr>
            <p:grpSpPr>
              <a:xfrm>
                <a:off x="1616541" y="1322137"/>
                <a:ext cx="6492679" cy="4837214"/>
                <a:chOff x="1643055" y="1313172"/>
                <a:chExt cx="6492679" cy="4837214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DF530CFB-6B20-A5EE-243C-16700B6869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35497" y="1313172"/>
                  <a:ext cx="6200237" cy="4565913"/>
                </a:xfrm>
                <a:prstGeom prst="rect">
                  <a:avLst/>
                </a:prstGeom>
              </p:spPr>
            </p:pic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13F5F5A-1659-F1A2-2216-BC2A4B989C5C}"/>
                    </a:ext>
                  </a:extLst>
                </p:cNvPr>
                <p:cNvSpPr txBox="1"/>
                <p:nvPr/>
              </p:nvSpPr>
              <p:spPr>
                <a:xfrm rot="16200000">
                  <a:off x="1010757" y="2955589"/>
                  <a:ext cx="166470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2000" b="1" dirty="0"/>
                    <a:t>Distance (nm)</a:t>
                  </a:r>
                  <a:endParaRPr lang="bn-BD" sz="2000" b="1" dirty="0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597DD55-A841-34A1-3DAB-AF4878A48DFF}"/>
                    </a:ext>
                  </a:extLst>
                </p:cNvPr>
                <p:cNvSpPr txBox="1"/>
                <p:nvPr/>
              </p:nvSpPr>
              <p:spPr>
                <a:xfrm>
                  <a:off x="4222637" y="5750276"/>
                  <a:ext cx="210943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2000" b="1" dirty="0"/>
                    <a:t>f(d)/[2</a:t>
                  </a:r>
                  <a:r>
                    <a:rPr lang="en-IN" sz="2000" b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r>
                    <a:rPr lang="el-GR" sz="2000" b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π</a:t>
                  </a:r>
                  <a:r>
                    <a:rPr lang="en-IN" sz="2000" b="1" dirty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:r>
                    <a:rPr lang="en-IN" sz="2000" b="1" dirty="0">
                      <a:ea typeface="Cambria Math" panose="02040503050406030204" pitchFamily="18" charset="0"/>
                    </a:rPr>
                    <a:t>R] (J/m</a:t>
                  </a:r>
                  <a:r>
                    <a:rPr lang="en-IN" sz="2000" b="1" baseline="30000" dirty="0">
                      <a:ea typeface="Cambria Math" panose="02040503050406030204" pitchFamily="18" charset="0"/>
                    </a:rPr>
                    <a:t>2</a:t>
                  </a:r>
                  <a:r>
                    <a:rPr lang="en-IN" sz="2000" b="1" dirty="0">
                      <a:ea typeface="Cambria Math" panose="02040503050406030204" pitchFamily="18" charset="0"/>
                    </a:rPr>
                    <a:t>)</a:t>
                  </a:r>
                  <a:endParaRPr lang="bn-BD" sz="2000" b="1" dirty="0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2A521F-1ADC-2FAD-4727-FB4FB0183540}"/>
                  </a:ext>
                </a:extLst>
              </p:cNvPr>
              <p:cNvSpPr txBox="1"/>
              <p:nvPr/>
            </p:nvSpPr>
            <p:spPr>
              <a:xfrm>
                <a:off x="4536436" y="1844395"/>
                <a:ext cx="21094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Gapped metals</a:t>
                </a:r>
                <a:endParaRPr lang="bn-BD" b="1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B17BEE-1009-093F-570F-7131BEC562FF}"/>
                  </a:ext>
                </a:extLst>
              </p:cNvPr>
              <p:cNvSpPr txBox="1"/>
              <p:nvPr/>
            </p:nvSpPr>
            <p:spPr>
              <a:xfrm>
                <a:off x="4858054" y="2463787"/>
                <a:ext cx="1712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Insulator</a:t>
                </a:r>
                <a:endParaRPr lang="bn-BD" b="1" dirty="0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92C76A6-4D3E-E92C-DDB9-11FCE0EEA00E}"/>
                  </a:ext>
                </a:extLst>
              </p:cNvPr>
              <p:cNvGrpSpPr/>
              <p:nvPr/>
            </p:nvGrpSpPr>
            <p:grpSpPr>
              <a:xfrm>
                <a:off x="5908040" y="1577788"/>
                <a:ext cx="349325" cy="1080092"/>
                <a:chOff x="5908040" y="1577788"/>
                <a:chExt cx="349325" cy="1080092"/>
              </a:xfrm>
            </p:grpSpPr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10497086-F717-F8D0-FA4D-BE1741EED0F5}"/>
                    </a:ext>
                  </a:extLst>
                </p:cNvPr>
                <p:cNvCxnSpPr/>
                <p:nvPr/>
              </p:nvCxnSpPr>
              <p:spPr>
                <a:xfrm>
                  <a:off x="5908040" y="2657880"/>
                  <a:ext cx="26486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" name="Left Brace 11">
                  <a:extLst>
                    <a:ext uri="{FF2B5EF4-FFF2-40B4-BE49-F238E27FC236}">
                      <a16:creationId xmlns:a16="http://schemas.microsoft.com/office/drawing/2014/main" id="{D8DC716D-D67D-851F-C65E-DF41E368E4E5}"/>
                    </a:ext>
                  </a:extLst>
                </p:cNvPr>
                <p:cNvSpPr/>
                <p:nvPr/>
              </p:nvSpPr>
              <p:spPr>
                <a:xfrm>
                  <a:off x="6096000" y="1577788"/>
                  <a:ext cx="161365" cy="904853"/>
                </a:xfrm>
                <a:prstGeom prst="leftBrac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bn-BD"/>
                </a:p>
              </p:txBody>
            </p:sp>
          </p:grp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2BC098-62C9-A524-ACFF-A2D0CF25BD93}"/>
                </a:ext>
              </a:extLst>
            </p:cNvPr>
            <p:cNvSpPr txBox="1"/>
            <p:nvPr/>
          </p:nvSpPr>
          <p:spPr>
            <a:xfrm>
              <a:off x="3028277" y="733188"/>
              <a:ext cx="5669280" cy="83099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Distance v/s Casimir-</a:t>
              </a:r>
              <a:r>
                <a:rPr lang="en-US" sz="2400" b="1" dirty="0" err="1"/>
                <a:t>Lifshitz</a:t>
              </a:r>
              <a:r>
                <a:rPr lang="en-US" sz="2400" b="1" dirty="0"/>
                <a:t> force of</a:t>
              </a:r>
            </a:p>
            <a:p>
              <a:pPr algn="ctr"/>
              <a:r>
                <a:rPr lang="en-US" sz="2400" b="1" dirty="0"/>
                <a:t> Ba</a:t>
              </a:r>
              <a:r>
                <a:rPr lang="en-US" sz="2400" b="1" baseline="-25000" dirty="0"/>
                <a:t>1-x</a:t>
              </a:r>
              <a:r>
                <a:rPr lang="en-US" sz="2400" b="1" dirty="0"/>
                <a:t>Nb</a:t>
              </a:r>
              <a:r>
                <a:rPr lang="en-US" sz="2400" b="1" baseline="-25000" dirty="0"/>
                <a:t>1-y</a:t>
              </a:r>
              <a:r>
                <a:rPr lang="en-US" sz="2400" b="1" dirty="0"/>
                <a:t>O</a:t>
              </a:r>
              <a:r>
                <a:rPr lang="en-US" sz="2400" b="1" baseline="-25000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390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subhojit pal</dc:creator>
  <cp:lastModifiedBy>Subhojit Pal</cp:lastModifiedBy>
  <cp:revision>2</cp:revision>
  <dcterms:created xsi:type="dcterms:W3CDTF">2023-12-22T09:44:42Z</dcterms:created>
  <dcterms:modified xsi:type="dcterms:W3CDTF">2024-01-21T18:54:17Z</dcterms:modified>
</cp:coreProperties>
</file>